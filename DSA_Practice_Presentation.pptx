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394960" cy="2011680"/>
          </a:xfrm>
          <a:prstGeom prst="rect">
            <a:avLst/>
          </a:prstGeom>
          <a:solidFill>
            <a:srgbClr val="2D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DSA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Randomized question selector for coding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3474720" cy="2103120"/>
          </a:xfrm>
          <a:prstGeom prst="roundRect">
            <a:avLst/>
          </a:prstGeom>
          <a:solidFill>
            <a:srgbClr val="FFFFFF"/>
          </a:solidFill>
          <a:ln w="1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0C3762"/>
                </a:solidFill>
              </a:rPr>
              <a:t>Project Type: Java Console App</a:t>
            </a:r>
          </a:p>
          <a:p>
            <a:pPr algn="l"/>
            <a:r>
              <a:rPr sz="1600">
                <a:solidFill>
                  <a:srgbClr val="0C3762"/>
                </a:solidFill>
              </a:rPr>
              <a:t>Purpose: Pick 5 unique DSA questions</a:t>
            </a:r>
          </a:p>
          <a:p>
            <a:pPr algn="l"/>
            <a:r>
              <a:rPr sz="1600">
                <a:solidFill>
                  <a:srgbClr val="0C3762"/>
                </a:solidFill>
              </a:rPr>
              <a:t>Range: 101 to 140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3762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212080" cy="4023360"/>
          </a:xfrm>
          <a:prstGeom prst="rect">
            <a:avLst/>
          </a:prstGeom>
          <a:solidFill>
            <a:srgbClr val="FFFFFF"/>
          </a:solidFill>
          <a:ln w="1">
            <a:solidFill>
              <a:srgbClr val="2D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0">
                <a:solidFill>
                  <a:srgbClr val="1A202C"/>
                </a:solidFill>
              </a:rPr>
              <a:t>Generates a list of DSA question IDs from 101 to 140</a:t>
            </a:r>
          </a:p>
          <a:p>
            <a:pPr algn="l"/>
            <a:r>
              <a:rPr sz="2000" b="0">
                <a:solidFill>
                  <a:srgbClr val="1A202C"/>
                </a:solidFill>
              </a:rPr>
              <a:t>Shuffles the list with a fixed random seed</a:t>
            </a:r>
          </a:p>
          <a:p>
            <a:pPr algn="l"/>
            <a:r>
              <a:rPr sz="2000" b="0">
                <a:solidFill>
                  <a:srgbClr val="1A202C"/>
                </a:solidFill>
              </a:rPr>
              <a:t>Selects only 5 unique values</a:t>
            </a:r>
          </a:p>
          <a:p>
            <a:pPr algn="l"/>
            <a:r>
              <a:rPr sz="2000" b="0">
                <a:solidFill>
                  <a:srgbClr val="1A202C"/>
                </a:solidFill>
              </a:rPr>
              <a:t>Displays the final output in the console</a:t>
            </a:r>
          </a:p>
          <a:p>
            <a:pPr algn="l"/>
            <a:r>
              <a:rPr sz="2000" b="0">
                <a:solidFill>
                  <a:srgbClr val="1A202C"/>
                </a:solidFill>
              </a:rPr>
              <a:t>Helps users revise different problems without repetition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645920"/>
            <a:ext cx="4297680" cy="2926080"/>
          </a:xfrm>
          <a:prstGeom prst="rect">
            <a:avLst/>
          </a:prstGeom>
          <a:solidFill>
            <a:srgbClr val="2D78B4"/>
          </a:solidFill>
          <a:ln>
            <a:solidFill>
              <a:srgbClr val="2D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37744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101-140</a:t>
            </a:r>
          </a:p>
          <a:p>
            <a:pPr algn="ctr"/>
            <a:r>
              <a:rPr sz="2000" b="1">
                <a:solidFill>
                  <a:srgbClr val="FFFFFF"/>
                </a:solidFill>
              </a:rPr>
              <a:t>Question Pool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3762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1A202C"/>
                </a:solidFill>
              </a:rPr>
              <a:t>Randomized selection using Collections.shuffle()</a:t>
            </a:r>
          </a:p>
          <a:p>
            <a:pPr algn="l"/>
            <a:r>
              <a:rPr sz="2200" b="0">
                <a:solidFill>
                  <a:srgbClr val="1A202C"/>
                </a:solidFill>
              </a:rPr>
              <a:t>Duplicates are prevented using LinkedHashSet</a:t>
            </a:r>
          </a:p>
          <a:p>
            <a:pPr algn="l"/>
            <a:r>
              <a:rPr sz="2200" b="0">
                <a:solidFill>
                  <a:srgbClr val="1A202C"/>
                </a:solidFill>
              </a:rPr>
              <a:t>Uses a fixed random seed for repeatable output</a:t>
            </a:r>
          </a:p>
          <a:p>
            <a:pPr algn="l"/>
            <a:r>
              <a:rPr sz="2200" b="0">
                <a:solidFill>
                  <a:srgbClr val="1A202C"/>
                </a:solidFill>
              </a:rPr>
              <a:t>Focuses on a small, manageable set of 5 questions</a:t>
            </a:r>
          </a:p>
          <a:p>
            <a:pPr algn="l"/>
            <a:r>
              <a:rPr sz="2200" b="0">
                <a:solidFill>
                  <a:srgbClr val="1A202C"/>
                </a:solidFill>
              </a:rPr>
              <a:t>Simple, beginner-friendly Java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3762"/>
                </a:solidFill>
              </a:rPr>
              <a:t>How the Program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194560" cy="2377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56A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C3762"/>
                </a:solidFill>
              </a:rPr>
              <a:t>1. Create list</a:t>
            </a:r>
          </a:p>
          <a:p>
            <a:pPr algn="ctr"/>
            <a:r>
              <a:rPr sz="1100">
                <a:solidFill>
                  <a:srgbClr val="1A202C"/>
                </a:solidFill>
              </a:rPr>
              <a:t>Adds numbers from 101 to 140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2560320"/>
            <a:ext cx="457200" cy="457200"/>
          </a:xfrm>
          <a:prstGeom prst="rightArrow">
            <a:avLst/>
          </a:prstGeom>
          <a:solidFill>
            <a:srgbClr val="56A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194560" cy="2377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56A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C3762"/>
                </a:solidFill>
              </a:rPr>
              <a:t>2. Shuffle</a:t>
            </a:r>
          </a:p>
          <a:p>
            <a:pPr algn="ctr"/>
            <a:r>
              <a:rPr sz="1100">
                <a:solidFill>
                  <a:srgbClr val="1A202C"/>
                </a:solidFill>
              </a:rPr>
              <a:t>Uses Random(42) to randomize order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2560320"/>
            <a:ext cx="457200" cy="457200"/>
          </a:xfrm>
          <a:prstGeom prst="rightArrow">
            <a:avLst/>
          </a:prstGeom>
          <a:solidFill>
            <a:srgbClr val="56A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194560" cy="2377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56A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C3762"/>
                </a:solidFill>
              </a:rPr>
              <a:t>3. Select</a:t>
            </a:r>
          </a:p>
          <a:p>
            <a:pPr algn="ctr"/>
            <a:r>
              <a:rPr sz="1100">
                <a:solidFill>
                  <a:srgbClr val="1A202C"/>
                </a:solidFill>
              </a:rPr>
              <a:t>Keeps the first 5 unique values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412480" y="2560320"/>
            <a:ext cx="457200" cy="457200"/>
          </a:xfrm>
          <a:prstGeom prst="rightArrow">
            <a:avLst/>
          </a:prstGeom>
          <a:solidFill>
            <a:srgbClr val="56A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194560" cy="2377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56A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C3762"/>
                </a:solidFill>
              </a:rPr>
              <a:t>4. Print</a:t>
            </a:r>
          </a:p>
          <a:p>
            <a:pPr algn="ctr"/>
            <a:r>
              <a:rPr sz="1100">
                <a:solidFill>
                  <a:srgbClr val="1A202C"/>
                </a:solidFill>
              </a:rPr>
              <a:t>Shows final selected IDs in the console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3762"/>
                </a:solidFill>
              </a:rPr>
              <a:t>Data Structures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103120" cy="731520"/>
          </a:xfrm>
          <a:prstGeom prst="rect">
            <a:avLst/>
          </a:prstGeom>
          <a:solidFill>
            <a:srgbClr val="2D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ArrayList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A202C"/>
                </a:solidFill>
              </a:rPr>
              <a:t>Stores all question IDs before selection.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2103120" cy="731520"/>
          </a:xfrm>
          <a:prstGeom prst="rect">
            <a:avLst/>
          </a:prstGeom>
          <a:solidFill>
            <a:srgbClr val="2D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651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A202C"/>
                </a:solidFill>
              </a:rPr>
              <a:t>Creates a predictable random order for testing.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2103120" cy="731520"/>
          </a:xfrm>
          <a:prstGeom prst="rect">
            <a:avLst/>
          </a:prstGeom>
          <a:solidFill>
            <a:srgbClr val="2D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LinkedHashSet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9319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A202C"/>
                </a:solidFill>
              </a:rPr>
              <a:t>Ensures only unique values are kept, in insertion order.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79"/>
            <a:ext cx="2103120" cy="731520"/>
          </a:xfrm>
          <a:prstGeom prst="rect">
            <a:avLst/>
          </a:prstGeom>
          <a:solidFill>
            <a:srgbClr val="2D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212079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A202C"/>
                </a:solidFill>
              </a:rPr>
              <a:t>Represents a collection of unique question IDs.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3762"/>
                </a:solidFill>
              </a:rPr>
              <a:t>Code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A202C"/>
                </a:solidFill>
                <a:latin typeface="Consolas"/>
              </a:rPr>
              <a:t>List&lt;Integer&gt; questionIds = new ArrayList&lt;&gt;();</a:t>
            </a:r>
          </a:p>
          <a:p>
            <a:r>
              <a:rPr sz="1800">
                <a:solidFill>
                  <a:srgbClr val="1A202C"/>
                </a:solidFill>
                <a:latin typeface="Consolas"/>
              </a:rPr>
              <a:t>for (int i = 101; i &lt;= 140; i++) {</a:t>
            </a:r>
          </a:p>
          <a:p>
            <a:r>
              <a:rPr sz="1800">
                <a:solidFill>
                  <a:srgbClr val="1A202C"/>
                </a:solidFill>
                <a:latin typeface="Consolas"/>
              </a:rPr>
              <a:t>    questionIds.add(i);</a:t>
            </a:r>
          </a:p>
          <a:p>
            <a:r>
              <a:rPr sz="1800">
                <a:solidFill>
                  <a:srgbClr val="1A202C"/>
                </a:solidFill>
                <a:latin typeface="Consolas"/>
              </a:rPr>
              <a:t>}</a:t>
            </a:r>
          </a:p>
          <a:p/>
          <a:p>
            <a:r>
              <a:rPr sz="1800">
                <a:solidFill>
                  <a:srgbClr val="1A202C"/>
                </a:solidFill>
                <a:latin typeface="Consolas"/>
              </a:rPr>
              <a:t>Random random = new Random(42);</a:t>
            </a:r>
          </a:p>
          <a:p>
            <a:r>
              <a:rPr sz="1800">
                <a:solidFill>
                  <a:srgbClr val="1A202C"/>
                </a:solidFill>
                <a:latin typeface="Consolas"/>
              </a:rPr>
              <a:t>Collections.shuffle(questionIds, random);</a:t>
            </a:r>
          </a:p>
          <a:p/>
          <a:p>
            <a:r>
              <a:rPr sz="1800">
                <a:solidFill>
                  <a:srgbClr val="1A202C"/>
                </a:solidFill>
                <a:latin typeface="Consolas"/>
              </a:rPr>
              <a:t>Set&lt;Integer&gt; selected = new LinkedHashSet&lt;&gt;();</a:t>
            </a:r>
          </a:p>
          <a:p>
            <a:r>
              <a:rPr sz="1800">
                <a:solidFill>
                  <a:srgbClr val="1A202C"/>
                </a:solidFill>
                <a:latin typeface="Consolas"/>
              </a:rPr>
              <a:t>for (int id : questionIds) {</a:t>
            </a:r>
          </a:p>
          <a:p>
            <a:r>
              <a:rPr sz="1800">
                <a:solidFill>
                  <a:srgbClr val="1A202C"/>
                </a:solidFill>
                <a:latin typeface="Consolas"/>
              </a:rPr>
              <a:t>    if (selected.size() == 5) break;</a:t>
            </a:r>
          </a:p>
          <a:p>
            <a:r>
              <a:rPr sz="1800">
                <a:solidFill>
                  <a:srgbClr val="1A202C"/>
                </a:solidFill>
                <a:latin typeface="Consolas"/>
              </a:rPr>
              <a:t>    selected.add(id);</a:t>
            </a:r>
          </a:p>
          <a:p>
            <a:r>
              <a:rPr sz="1800">
                <a:solidFill>
                  <a:srgbClr val="1A202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3762"/>
                </a:solidFill>
              </a:rPr>
              <a:t>Sample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241280" cy="3840480"/>
          </a:xfrm>
          <a:prstGeom prst="rect">
            <a:avLst/>
          </a:prstGeom>
          <a:solidFill>
            <a:srgbClr val="F0F5FA"/>
          </a:solidFill>
          <a:ln w="1">
            <a:solidFill>
              <a:srgbClr val="2D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0C3762"/>
                </a:solidFill>
                <a:latin typeface="Consolas"/>
              </a:rPr>
              <a:t>DSA Practice: randomized unique question selections</a:t>
            </a:r>
          </a:p>
          <a:p>
            <a:pPr algn="ctr"/>
            <a:r>
              <a:rPr sz="2000">
                <a:solidFill>
                  <a:srgbClr val="0C3762"/>
                </a:solidFill>
                <a:latin typeface="Consolas"/>
              </a:rPr>
              <a:t>Selected question IDs: [104, 119, 126, 111, 133]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498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</a:rPr>
              <a:t>This project demonstrates how Java collections can be used to create a simple DSA practice selector.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It is easy to understand, useful for revision, and beginner-friendly.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The app shows real-world concepts like randomization, uniqueness, and list processing.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Future ideas: add difficulty levels, a timer, or custom question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